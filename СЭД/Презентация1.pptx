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93" r:id="rId28"/>
    <p:sldId id="294" r:id="rId29"/>
    <p:sldId id="283" r:id="rId30"/>
    <p:sldId id="284" r:id="rId31"/>
    <p:sldId id="285" r:id="rId32"/>
    <p:sldId id="286" r:id="rId3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48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59E4FE-9564-4B5C-8686-435D22F8F1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BAC585-F190-42CA-9E02-CCAC5517A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4B9C7D-3482-438C-A8E9-95F1A3A85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9E06-AF6F-45B8-8905-6E9136CC0153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A112C9-9235-4DB5-9CE2-C9989932A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74100D-471A-49BA-82B9-8138D52FD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159F-3960-43AC-AC44-1A699F2B42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0621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2AC8FA-3D31-4B5D-A79D-CA63E34E7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1028A1-3290-4365-BF4A-BFE6FC73C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16908D-82AD-4F0A-87EE-AD648D21F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9E06-AF6F-45B8-8905-6E9136CC0153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003BCD-2511-402D-802E-83A6768AB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79F08E-98D5-4DFF-8694-4BBFF9E00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159F-3960-43AC-AC44-1A699F2B42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1626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2010F2-84D2-4713-BA65-430557F9E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788F1BF-823B-488A-BB64-92D2EB672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9013E9-B41A-4166-8977-8214F2095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9E06-AF6F-45B8-8905-6E9136CC0153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938C2E-4FAF-4AAD-9204-561943104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7A7AF9-EF57-4862-83CF-7CEFD46AF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159F-3960-43AC-AC44-1A699F2B42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673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626539-31FA-4E9A-965F-8076F9264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DA06EB-97E8-4CB1-99E8-845B47A079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81A74DD-968E-4E08-9EAC-282E7BCFB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4007536-2482-4D72-8B17-230CEFBA5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9E06-AF6F-45B8-8905-6E9136CC0153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5C0F485-9F9C-47D5-8C7F-1AEA69128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6844D6-6899-40CD-824A-41E1E51C9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159F-3960-43AC-AC44-1A699F2B42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3172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47C585-FBAE-4ACD-9AFB-A7C2AD523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8655C46-C0C6-42E3-84A6-4ACB287B0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EE6219D-ACF6-4D4B-B6F4-AA7EFE440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5649671-1D76-460E-8D10-8CA39344BB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F78D858-05FE-4F67-912C-FB2EB37269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E9696D7-3A34-4005-B979-5C687752F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9E06-AF6F-45B8-8905-6E9136CC0153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C96830D-D961-4258-9283-05E2E4845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7804FBB-67AA-4E4F-A52D-539366005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159F-3960-43AC-AC44-1A699F2B42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6392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DBD0FF-E48B-42BD-8DC9-C702224AC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718F1A7-FE92-4DAE-97A8-A363B6461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9E06-AF6F-45B8-8905-6E9136CC0153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D518C3C-4592-4E6B-A673-8A0E48CD3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4880456-EDA3-496D-9F92-AD9AA62D5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159F-3960-43AC-AC44-1A699F2B42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472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597334A-D81F-4FF3-BF9D-862C69858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9E06-AF6F-45B8-8905-6E9136CC0153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DBF913F-1D7E-49F3-9A6B-DEF613D0E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50F24C4-3FB2-49E5-B63A-206C05E63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159F-3960-43AC-AC44-1A699F2B42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0676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7F75EC-EC93-4047-A99C-7FBF99874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1D79CD-6EF7-4EBA-A232-8D88D9A3C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19E56AA-E9A9-4260-9E81-F3A409369D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972E67A-7C42-42F3-AE9E-DEFAC0AF2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9E06-AF6F-45B8-8905-6E9136CC0153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B97376-FDCF-4CB4-886F-0978F7AE1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65A7A0-9E6B-427C-8624-87BFB6AEC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159F-3960-43AC-AC44-1A699F2B42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8407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CE3255-5585-4AA3-89AB-AB44FB9AC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8FDA7DF-0B84-45F5-BE16-02CBBC535F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857D31-9696-4C9F-9815-832297D00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6D5974-B748-41EC-BEA9-4FDCF3E2E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9E06-AF6F-45B8-8905-6E9136CC0153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396EDB2-2AF0-4D15-9675-99323732F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44ED7B1-06A9-4F3F-B271-E9582C4AF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159F-3960-43AC-AC44-1A699F2B42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0007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248186-A11F-4467-A414-E4BBA9EE2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3CD89CC-6F8B-4F44-B022-3201CEBB00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41899F-AE96-4350-95A0-C9948E625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9E06-AF6F-45B8-8905-6E9136CC0153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6C31F8-CAFC-4CE8-94D4-C7E42C7E1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87CC53-3E71-47A0-8054-20DFC75B2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159F-3960-43AC-AC44-1A699F2B42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0953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7D52AFC-9501-4F4E-BF9B-9477E86F5E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338CDA3-CAB6-4821-9E73-BADB73E87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A4D613-31BB-4A5E-BBB1-FB3504F50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9E06-AF6F-45B8-8905-6E9136CC0153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CA9B21-9FC8-400E-8F88-A119F2623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562460-D929-4508-8B5B-F66C2A32E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159F-3960-43AC-AC44-1A699F2B42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621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43EF82-9EC2-4B57-94CC-FFAE43EA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57C8EA-6023-47E1-8A5B-443EC5EFF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B93DF9-74E1-4191-9197-396D10FB3A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A39E06-AF6F-45B8-8905-6E9136CC0153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C78055-4D10-4E81-94C9-B6983D8EC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E5A047-8972-4C3A-880D-2C27B0F05D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7159F-3960-43AC-AC44-1A699F2B42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6523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Основные понятия и определения делопроизводства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5" b="3139"/>
          <a:stretch/>
        </p:blipFill>
        <p:spPr bwMode="auto">
          <a:xfrm>
            <a:off x="1219200" y="402672"/>
            <a:ext cx="9753600" cy="6627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8708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Основные участники делопроизводства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11" b="4984"/>
          <a:stretch/>
        </p:blipFill>
        <p:spPr bwMode="auto">
          <a:xfrm>
            <a:off x="870278" y="335559"/>
            <a:ext cx="9753600" cy="6693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9449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Понятие делопроизводства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19" b="6017"/>
          <a:stretch/>
        </p:blipFill>
        <p:spPr bwMode="auto">
          <a:xfrm>
            <a:off x="1127454" y="123824"/>
            <a:ext cx="9753600" cy="661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7547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Документирование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79" b="4445"/>
          <a:stretch/>
        </p:blipFill>
        <p:spPr bwMode="auto">
          <a:xfrm>
            <a:off x="1219200" y="90487"/>
            <a:ext cx="9753600" cy="667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6674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Организация работы с документами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25" b="3507"/>
          <a:stretch/>
        </p:blipFill>
        <p:spPr bwMode="auto">
          <a:xfrm>
            <a:off x="1303831" y="57150"/>
            <a:ext cx="9753600" cy="680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5723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Архив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79" b="3933"/>
          <a:stretch/>
        </p:blipFill>
        <p:spPr bwMode="auto">
          <a:xfrm>
            <a:off x="1027276" y="57149"/>
            <a:ext cx="9753600" cy="6743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8927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Документ (документированная информация)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80" b="3290"/>
          <a:stretch/>
        </p:blipFill>
        <p:spPr bwMode="auto">
          <a:xfrm>
            <a:off x="966843" y="38100"/>
            <a:ext cx="9753600" cy="681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8550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Документом может быть: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55" b="4037"/>
          <a:stretch/>
        </p:blipFill>
        <p:spPr bwMode="auto">
          <a:xfrm>
            <a:off x="993775" y="38099"/>
            <a:ext cx="9753600" cy="6781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6451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Документ может быть: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95" b="3327"/>
          <a:stretch/>
        </p:blipFill>
        <p:spPr bwMode="auto">
          <a:xfrm>
            <a:off x="974397" y="42862"/>
            <a:ext cx="9753600" cy="677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322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Документ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65" b="3076"/>
          <a:stretch/>
        </p:blipFill>
        <p:spPr bwMode="auto">
          <a:xfrm>
            <a:off x="1123950" y="28575"/>
            <a:ext cx="9753600" cy="682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6134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Основные функции документов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16" b="4296"/>
          <a:stretch/>
        </p:blipFill>
        <p:spPr bwMode="auto">
          <a:xfrm>
            <a:off x="976696" y="114300"/>
            <a:ext cx="9753600" cy="674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8151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https://cf.ppt-online.org/files/slide/f/FvKpfc1oMSxsQTB2ILWdi3mbVgZhJu9OaGUyPX/slide-11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" b="3125"/>
          <a:stretch/>
        </p:blipFill>
        <p:spPr bwMode="auto">
          <a:xfrm>
            <a:off x="713937" y="0"/>
            <a:ext cx="97536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864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Основа делопроизводства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4" b="3947"/>
          <a:stretch/>
        </p:blipFill>
        <p:spPr bwMode="auto">
          <a:xfrm>
            <a:off x="1036145" y="76200"/>
            <a:ext cx="9753600" cy="678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5170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Классификация документов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768" r="-1" b="4342"/>
          <a:stretch/>
        </p:blipFill>
        <p:spPr bwMode="auto">
          <a:xfrm>
            <a:off x="941661" y="214312"/>
            <a:ext cx="9753600" cy="6429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8997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Классификация документов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46" b="3298"/>
          <a:stretch/>
        </p:blipFill>
        <p:spPr bwMode="auto">
          <a:xfrm>
            <a:off x="981862" y="50800"/>
            <a:ext cx="9753600" cy="680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0168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Классификация документов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20" t="4861" r="520" b="3819"/>
          <a:stretch/>
        </p:blipFill>
        <p:spPr bwMode="auto">
          <a:xfrm>
            <a:off x="966464" y="88899"/>
            <a:ext cx="9753600" cy="6680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5101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Классификация документов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81" b="5099"/>
          <a:stretch/>
        </p:blipFill>
        <p:spPr bwMode="auto">
          <a:xfrm>
            <a:off x="1219200" y="88900"/>
            <a:ext cx="9753600" cy="668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0442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Классификация документов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20" b="3820"/>
          <a:stretch/>
        </p:blipFill>
        <p:spPr bwMode="auto">
          <a:xfrm>
            <a:off x="968937" y="101600"/>
            <a:ext cx="9753600" cy="675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06910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Некоторые виды классификаций документов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59" b="4149"/>
          <a:stretch/>
        </p:blipFill>
        <p:spPr bwMode="auto">
          <a:xfrm>
            <a:off x="1219200" y="82550"/>
            <a:ext cx="9753600" cy="669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6870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По способу документирования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23" b="4010"/>
          <a:stretch/>
        </p:blipFill>
        <p:spPr bwMode="auto">
          <a:xfrm>
            <a:off x="1219200" y="76200"/>
            <a:ext cx="9753600" cy="670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4236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По происхождению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10" b="3555"/>
          <a:stretch/>
        </p:blipFill>
        <p:spPr bwMode="auto">
          <a:xfrm>
            <a:off x="1127069" y="50800"/>
            <a:ext cx="9753600" cy="676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60461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По характеру отображаемой информации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44" b="3227"/>
          <a:stretch/>
        </p:blipFill>
        <p:spPr bwMode="auto">
          <a:xfrm>
            <a:off x="1019512" y="38100"/>
            <a:ext cx="9753600" cy="681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8765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По наименованию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5" b="5795"/>
          <a:stretch/>
        </p:blipFill>
        <p:spPr bwMode="auto">
          <a:xfrm>
            <a:off x="1112153" y="121058"/>
            <a:ext cx="9753600" cy="6615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4147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По содержанию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7" b="3001"/>
          <a:stretch/>
        </p:blipFill>
        <p:spPr bwMode="auto">
          <a:xfrm>
            <a:off x="1219200" y="97872"/>
            <a:ext cx="9753600" cy="6760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61072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По юридической значимости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7" b="3951"/>
          <a:stretch/>
        </p:blipFill>
        <p:spPr bwMode="auto">
          <a:xfrm>
            <a:off x="1219200" y="50800"/>
            <a:ext cx="9753600" cy="675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70054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Виды оригиналов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63" b="4076"/>
          <a:stretch/>
        </p:blipFill>
        <p:spPr bwMode="auto">
          <a:xfrm>
            <a:off x="1117272" y="50799"/>
            <a:ext cx="9753600" cy="675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37569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Виды копий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6" b="3449"/>
          <a:stretch/>
        </p:blipFill>
        <p:spPr bwMode="auto">
          <a:xfrm>
            <a:off x="1219200" y="50800"/>
            <a:ext cx="9753600" cy="680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37297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 descr="По форме (способу создания)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" t="3124" r="-130" b="4687"/>
          <a:stretch/>
        </p:blipFill>
        <p:spPr bwMode="auto">
          <a:xfrm>
            <a:off x="907940" y="57150"/>
            <a:ext cx="9753600" cy="674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97017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https://cf.ppt-online.org/files/slide/f/FvKpfc1oMSxsQTB2ILWdi3mbVgZhJu9OaGUyPX/slide-28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79" b="4508"/>
          <a:stretch/>
        </p:blipFill>
        <p:spPr bwMode="auto">
          <a:xfrm>
            <a:off x="1125592" y="63500"/>
            <a:ext cx="9753600" cy="673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17586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https://cf.ppt-online.org/files/slide/f/FvKpfc1oMSxsQTB2ILWdi3mbVgZhJu9OaGUyPX/slide-29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83" b="4687"/>
          <a:stretch/>
        </p:blipFill>
        <p:spPr bwMode="auto">
          <a:xfrm>
            <a:off x="1023719" y="139700"/>
            <a:ext cx="9753600" cy="657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33280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По функциональному назначению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8" b="3843"/>
          <a:stretch/>
        </p:blipFill>
        <p:spPr bwMode="auto">
          <a:xfrm>
            <a:off x="1085740" y="76200"/>
            <a:ext cx="9753600" cy="678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91436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 descr="По срокам хранения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31" b="3855"/>
          <a:stretch/>
        </p:blipFill>
        <p:spPr bwMode="auto">
          <a:xfrm>
            <a:off x="1052896" y="63500"/>
            <a:ext cx="9753600" cy="673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890707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Широкоэкранный</PresentationFormat>
  <Paragraphs>0</Paragraphs>
  <Slides>32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student-niu</dc:creator>
  <cp:lastModifiedBy>user</cp:lastModifiedBy>
  <cp:revision>3</cp:revision>
  <dcterms:created xsi:type="dcterms:W3CDTF">2026-09-05T08:26:22Z</dcterms:created>
  <dcterms:modified xsi:type="dcterms:W3CDTF">2026-09-10T15:35:49Z</dcterms:modified>
</cp:coreProperties>
</file>